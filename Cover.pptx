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890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942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771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330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EEE2A7A0-B9EE-41A8-8016-28E5803F20B2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31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377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655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326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11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51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85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96832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687111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4560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FA43F5B-065E-43CE-B3FD-98C48A6F94D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470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221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671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8754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50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69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5872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2232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4430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821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9689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3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3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13198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4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  <p:sldLayoutId id="2147483836" r:id="rId23"/>
    <p:sldLayoutId id="2147483837" r:id="rId24"/>
    <p:sldLayoutId id="2147483838" r:id="rId25"/>
    <p:sldLayoutId id="2147483839" r:id="rId26"/>
    <p:sldLayoutId id="2147483840" r:id="rId27"/>
    <p:sldLayoutId id="2147483841" r:id="rId2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4AE873-D4D6-3325-EA66-CBD2091C4F1A}"/>
              </a:ext>
            </a:extLst>
          </p:cNvPr>
          <p:cNvSpPr/>
          <p:nvPr/>
        </p:nvSpPr>
        <p:spPr>
          <a:xfrm>
            <a:off x="269032" y="3088435"/>
            <a:ext cx="11739465" cy="36448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39204-976F-C592-9AEE-23F19E1B1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60" y="3312367"/>
            <a:ext cx="10394302" cy="3420941"/>
          </a:xfrm>
        </p:spPr>
        <p:txBody>
          <a:bodyPr anchor="b">
            <a:noAutofit/>
          </a:bodyPr>
          <a:lstStyle/>
          <a:p>
            <a:r>
              <a:rPr lang="en-US" sz="2000" dirty="0"/>
              <a:t>Faculty of Computers and Artificial Intelligence – Cairo University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/>
            </a:br>
            <a:r>
              <a:rPr lang="en-US" sz="2000" dirty="0"/>
              <a:t>Course: CS213 – Object-Oriented Programming (OOP)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Project: Assignment 1 – Part 2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Supervised by: Dr. Mohamed </a:t>
            </a:r>
            <a:r>
              <a:rPr lang="en-US" sz="2000" dirty="0" err="1"/>
              <a:t>Elramly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Academic Year: 2026</a:t>
            </a:r>
            <a:br>
              <a:rPr lang="en-US" sz="1800" dirty="0"/>
            </a:br>
            <a:br>
              <a:rPr lang="en-US" sz="2000" dirty="0"/>
            </a:br>
            <a:r>
              <a:rPr lang="en-US" sz="2000" dirty="0"/>
              <a:t>Team Members</a:t>
            </a:r>
            <a:r>
              <a:rPr lang="en-US" sz="1600" dirty="0"/>
              <a:t>: Ibrahim[20250005], Mohamed[20250580], Yassin[20250734], Khaled[20253046]</a:t>
            </a:r>
            <a:br>
              <a:rPr lang="en-US" sz="1800" b="0" dirty="0"/>
            </a:br>
            <a:endParaRPr lang="en-US" sz="18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931BF-CBA8-E71F-F194-E6B2C7B94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8" r="535" b="-1"/>
          <a:stretch>
            <a:fillRect/>
          </a:stretch>
        </p:blipFill>
        <p:spPr>
          <a:xfrm>
            <a:off x="3956180" y="578498"/>
            <a:ext cx="3890865" cy="214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5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A67319-BB57-D608-40DC-E57CC45921B3}"/>
              </a:ext>
            </a:extLst>
          </p:cNvPr>
          <p:cNvSpPr/>
          <p:nvPr/>
        </p:nvSpPr>
        <p:spPr>
          <a:xfrm>
            <a:off x="102637" y="1415352"/>
            <a:ext cx="11362944" cy="527943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C2013D9-DCB5-DA6F-412E-166EDE95A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13" y="625151"/>
            <a:ext cx="4808784" cy="654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Project overview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800F43-256F-6B48-EF79-8FF4842A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13" y="1614195"/>
            <a:ext cx="10925774" cy="4881745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</a:t>
            </a:r>
            <a:br>
              <a:rPr lang="en-US" dirty="0"/>
            </a:br>
            <a:r>
              <a:rPr lang="en-US" dirty="0"/>
              <a:t>Develop a C++ program that applies different image filters.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Main Features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Load and display images.</a:t>
            </a:r>
            <a:br>
              <a:rPr lang="en-US" dirty="0"/>
            </a:br>
            <a:r>
              <a:rPr lang="en-US" dirty="0"/>
              <a:t>- Apply 16 different image filters.</a:t>
            </a:r>
            <a:br>
              <a:rPr lang="en-US" dirty="0"/>
            </a:br>
            <a:r>
              <a:rPr lang="en-US" dirty="0"/>
              <a:t>- Select filters through a console menu.</a:t>
            </a:r>
            <a:br>
              <a:rPr lang="en-US" dirty="0"/>
            </a:br>
            <a:r>
              <a:rPr lang="en-US" dirty="0"/>
              <a:t>- Save the processed images.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Programming Language: C++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Course: CS213 – Object-Oriented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107249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077A42-B9EA-9199-E588-5FF72576F1D7}"/>
              </a:ext>
            </a:extLst>
          </p:cNvPr>
          <p:cNvSpPr/>
          <p:nvPr/>
        </p:nvSpPr>
        <p:spPr>
          <a:xfrm>
            <a:off x="718457" y="2239347"/>
            <a:ext cx="10014426" cy="43294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63804D0-8E48-6BD8-CB82-36DD28ABC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387" y="1082352"/>
            <a:ext cx="5891134" cy="8117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/>
              <a:t>Team Members &amp; Responsibilities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C34FC5-3FE2-2BE0-C7DC-833EE937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87" y="2276669"/>
            <a:ext cx="9683496" cy="4205704"/>
          </a:xfrm>
        </p:spPr>
        <p:txBody>
          <a:bodyPr>
            <a:normAutofit fontScale="90000"/>
          </a:bodyPr>
          <a:lstStyle/>
          <a:p>
            <a:r>
              <a:rPr lang="en-US" dirty="0"/>
              <a:t>Ibrahim – 20250005</a:t>
            </a:r>
            <a:br>
              <a:rPr lang="en-US" dirty="0"/>
            </a:br>
            <a:r>
              <a:rPr lang="en-US" dirty="0"/>
              <a:t>Filters: 1, 5, 9, 13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Mohammed – 20250580</a:t>
            </a:r>
            <a:br>
              <a:rPr lang="en-US" dirty="0"/>
            </a:br>
            <a:r>
              <a:rPr lang="en-US" dirty="0"/>
              <a:t>Filters: 2, 6, 10, 14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Yassin – 20250734</a:t>
            </a:r>
            <a:br>
              <a:rPr lang="en-US" dirty="0"/>
            </a:br>
            <a:r>
              <a:rPr lang="en-US" dirty="0"/>
              <a:t>Filters: 3, 7, 11, 15</a:t>
            </a:r>
            <a:br>
              <a:rPr lang="en-US" dirty="0"/>
            </a:br>
            <a:br>
              <a:rPr lang="en-US" dirty="0"/>
            </a:br>
            <a:r>
              <a:rPr lang="en-US" dirty="0"/>
              <a:t>Khaled – 20253046</a:t>
            </a:r>
            <a:br>
              <a:rPr lang="en-US" dirty="0"/>
            </a:br>
            <a:r>
              <a:rPr lang="en-US" dirty="0"/>
              <a:t>Filters: 4, 8, 12, 16</a:t>
            </a:r>
          </a:p>
        </p:txBody>
      </p:sp>
    </p:spTree>
    <p:extLst>
      <p:ext uri="{BB962C8B-B14F-4D97-AF65-F5344CB8AC3E}">
        <p14:creationId xmlns:p14="http://schemas.microsoft.com/office/powerpoint/2010/main" val="4163820256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48</TotalTime>
  <Words>194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Helena</vt:lpstr>
      <vt:lpstr>Faculty of Computers and Artificial Intelligence – Cairo University  Course: CS213 – Object-Oriented Programming (OOP)  Project: Assignment 1 – Part 2  Supervised by: Dr. Mohamed Elramly  Academic Year: 2026  Team Members: Ibrahim[20250005], Mohamed[20250580], Yassin[20250734], Khaled[20253046] </vt:lpstr>
      <vt:lpstr>Objective Develop a C++ program that applies different image filters.  Main Features  - Load and display images. - Apply 16 different image filters. - Select filters through a console menu. - Save the processed images.  Programming Language: C++  Course: CS213 – Object-Oriented Programming</vt:lpstr>
      <vt:lpstr>Ibrahim – 20250005 Filters: 1, 5, 9, 13  Mohammed – 20250580 Filters: 2, 6, 10, 14  Yassin – 20250734 Filters: 3, 7, 11, 15  Khaled – 20253046 Filters: 4, 8, 12,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Mohamed</dc:creator>
  <cp:lastModifiedBy>Ibrahim Mohamed</cp:lastModifiedBy>
  <cp:revision>1</cp:revision>
  <dcterms:created xsi:type="dcterms:W3CDTF">2026-10-11T10:52:39Z</dcterms:created>
  <dcterms:modified xsi:type="dcterms:W3CDTF">2026-10-11T11:41:15Z</dcterms:modified>
</cp:coreProperties>
</file>